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21" Target="../media/image41.png" Type="http://schemas.openxmlformats.org/officeDocument/2006/relationships/image"/><Relationship Id="rId22" Target="../media/image4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45.png" Type="http://schemas.openxmlformats.org/officeDocument/2006/relationships/image"/><Relationship Id="rId14" Target="../media/image34.svg" Type="http://schemas.openxmlformats.org/officeDocument/2006/relationships/image"/><Relationship Id="rId15" Target="../media/image46.png" Type="http://schemas.openxmlformats.org/officeDocument/2006/relationships/image"/><Relationship Id="rId16" Target="../media/image47.png" Type="http://schemas.openxmlformats.org/officeDocument/2006/relationships/image"/><Relationship Id="rId17" Target="../media/image48.png" Type="http://schemas.openxmlformats.org/officeDocument/2006/relationships/image"/><Relationship Id="rId18" Target="../media/image49.png" Type="http://schemas.openxmlformats.org/officeDocument/2006/relationships/image"/><Relationship Id="rId19" Target="../media/image50.svg" Type="http://schemas.openxmlformats.org/officeDocument/2006/relationships/image"/><Relationship Id="rId2" Target="../media/image43.png" Type="http://schemas.openxmlformats.org/officeDocument/2006/relationships/image"/><Relationship Id="rId20" Target="../media/image51.png" Type="http://schemas.openxmlformats.org/officeDocument/2006/relationships/image"/><Relationship Id="rId21" Target="../media/image52.png" Type="http://schemas.openxmlformats.org/officeDocument/2006/relationships/image"/><Relationship Id="rId22" Target="../media/image53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56.png" Type="http://schemas.openxmlformats.org/officeDocument/2006/relationships/image"/><Relationship Id="rId26" Target="../media/image57.png" Type="http://schemas.openxmlformats.org/officeDocument/2006/relationships/image"/><Relationship Id="rId27" Target="../media/image58.png" Type="http://schemas.openxmlformats.org/officeDocument/2006/relationships/image"/><Relationship Id="rId28" Target="../media/image59.svg" Type="http://schemas.openxmlformats.org/officeDocument/2006/relationships/image"/><Relationship Id="rId29" Target="../media/image60.png" Type="http://schemas.openxmlformats.org/officeDocument/2006/relationships/image"/><Relationship Id="rId3" Target="../media/image23.png" Type="http://schemas.openxmlformats.org/officeDocument/2006/relationships/image"/><Relationship Id="rId30" Target="../media/image61.png" Type="http://schemas.openxmlformats.org/officeDocument/2006/relationships/image"/><Relationship Id="rId31" Target="../media/image62.svg" Type="http://schemas.openxmlformats.org/officeDocument/2006/relationships/image"/><Relationship Id="rId32" Target="../media/image63.svg" Type="http://schemas.openxmlformats.org/officeDocument/2006/relationships/image"/><Relationship Id="rId33" Target="../media/image64.png" Type="http://schemas.openxmlformats.org/officeDocument/2006/relationships/image"/><Relationship Id="rId34" Target="../media/image65.svg" Type="http://schemas.openxmlformats.org/officeDocument/2006/relationships/image"/><Relationship Id="rId35" Target="../media/image66.png" Type="http://schemas.openxmlformats.org/officeDocument/2006/relationships/image"/><Relationship Id="rId36" Target="../media/image67.png" Type="http://schemas.openxmlformats.org/officeDocument/2006/relationships/image"/><Relationship Id="rId37" Target="../media/image68.svg" Type="http://schemas.openxmlformats.org/officeDocument/2006/relationships/image"/><Relationship Id="rId38" Target="../media/image69.svg" Type="http://schemas.openxmlformats.org/officeDocument/2006/relationships/image"/><Relationship Id="rId39" Target="../media/image70.png" Type="http://schemas.openxmlformats.org/officeDocument/2006/relationships/image"/><Relationship Id="rId4" Target="../media/image24.svg" Type="http://schemas.openxmlformats.org/officeDocument/2006/relationships/image"/><Relationship Id="rId40" Target="../media/image71.png" Type="http://schemas.openxmlformats.org/officeDocument/2006/relationships/image"/><Relationship Id="rId41" Target="../media/image72.png" Type="http://schemas.openxmlformats.org/officeDocument/2006/relationships/image"/><Relationship Id="rId42" Target="../media/image73.svg" Type="http://schemas.openxmlformats.org/officeDocument/2006/relationships/image"/><Relationship Id="rId43" Target="../media/image74.svg" Type="http://schemas.openxmlformats.org/officeDocument/2006/relationships/image"/><Relationship Id="rId44" Target="../media/image75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44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78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76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7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77.png" Type="http://schemas.openxmlformats.org/officeDocument/2006/relationships/image"/><Relationship Id="rId14" Target="../media/image94.sv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17" Target="../media/image97.png" Type="http://schemas.openxmlformats.org/officeDocument/2006/relationships/image"/><Relationship Id="rId18" Target="../media/image98.svg" Type="http://schemas.openxmlformats.org/officeDocument/2006/relationships/image"/><Relationship Id="rId19" Target="../media/image99.png" Type="http://schemas.openxmlformats.org/officeDocument/2006/relationships/image"/><Relationship Id="rId2" Target="../media/image88.png" Type="http://schemas.openxmlformats.org/officeDocument/2006/relationships/image"/><Relationship Id="rId20" Target="../media/image100.svg" Type="http://schemas.openxmlformats.org/officeDocument/2006/relationships/image"/><Relationship Id="rId21" Target="../media/image101.png" Type="http://schemas.openxmlformats.org/officeDocument/2006/relationships/image"/><Relationship Id="rId22" Target="../media/image102.svg" Type="http://schemas.openxmlformats.org/officeDocument/2006/relationships/image"/><Relationship Id="rId23" Target="../media/image103.png" Type="http://schemas.openxmlformats.org/officeDocument/2006/relationships/image"/><Relationship Id="rId24" Target="../media/image104.png" Type="http://schemas.openxmlformats.org/officeDocument/2006/relationships/image"/><Relationship Id="rId25" Target="../media/image105.svg" Type="http://schemas.openxmlformats.org/officeDocument/2006/relationships/image"/><Relationship Id="rId26" Target="../media/image106.png" Type="http://schemas.openxmlformats.org/officeDocument/2006/relationships/image"/><Relationship Id="rId27" Target="../media/image107.png" Type="http://schemas.openxmlformats.org/officeDocument/2006/relationships/image"/><Relationship Id="rId28" Target="../media/image108.svg" Type="http://schemas.openxmlformats.org/officeDocument/2006/relationships/image"/><Relationship Id="rId29" Target="../media/image109.png" Type="http://schemas.openxmlformats.org/officeDocument/2006/relationships/image"/><Relationship Id="rId3" Target="../media/image89.svg" Type="http://schemas.openxmlformats.org/officeDocument/2006/relationships/image"/><Relationship Id="rId30" Target="../media/image110.png" Type="http://schemas.openxmlformats.org/officeDocument/2006/relationships/image"/><Relationship Id="rId31" Target="../media/image111.png" Type="http://schemas.openxmlformats.org/officeDocument/2006/relationships/image"/><Relationship Id="rId32" Target="../media/image112.png" Type="http://schemas.openxmlformats.org/officeDocument/2006/relationships/image"/><Relationship Id="rId33" Target="../media/image113.png" Type="http://schemas.openxmlformats.org/officeDocument/2006/relationships/image"/><Relationship Id="rId34" Target="../media/image114.png" Type="http://schemas.openxmlformats.org/officeDocument/2006/relationships/image"/><Relationship Id="rId35" Target="../media/image115.png" Type="http://schemas.openxmlformats.org/officeDocument/2006/relationships/image"/><Relationship Id="rId36" Target="../media/image116.png" Type="http://schemas.openxmlformats.org/officeDocument/2006/relationships/image"/><Relationship Id="rId37" Target="../media/image117.svg" Type="http://schemas.openxmlformats.org/officeDocument/2006/relationships/image"/><Relationship Id="rId38" Target="../media/image118.png" Type="http://schemas.openxmlformats.org/officeDocument/2006/relationships/image"/><Relationship Id="rId39" Target="../media/image119.png" Type="http://schemas.openxmlformats.org/officeDocument/2006/relationships/image"/><Relationship Id="rId4" Target="../media/image4.png" Type="http://schemas.openxmlformats.org/officeDocument/2006/relationships/image"/><Relationship Id="rId40" Target="../media/image120.png" Type="http://schemas.openxmlformats.org/officeDocument/2006/relationships/image"/><Relationship Id="rId41" Target="../media/image121.svg" Type="http://schemas.openxmlformats.org/officeDocument/2006/relationships/image"/><Relationship Id="rId42" Target="../media/image122.png" Type="http://schemas.openxmlformats.org/officeDocument/2006/relationships/image"/><Relationship Id="rId43" Target="../media/image123.png" Type="http://schemas.openxmlformats.org/officeDocument/2006/relationships/image"/><Relationship Id="rId44" Target="../media/image124.png" Type="http://schemas.openxmlformats.org/officeDocument/2006/relationships/image"/><Relationship Id="rId45" Target="../media/image125.png" Type="http://schemas.openxmlformats.org/officeDocument/2006/relationships/image"/><Relationship Id="rId46" Target="../media/image126.png" Type="http://schemas.openxmlformats.org/officeDocument/2006/relationships/image"/><Relationship Id="rId47" Target="../media/image127.png" Type="http://schemas.openxmlformats.org/officeDocument/2006/relationships/image"/><Relationship Id="rId48" Target="../media/image128.png" Type="http://schemas.openxmlformats.org/officeDocument/2006/relationships/image"/><Relationship Id="rId49" Target="../media/image129.png" Type="http://schemas.openxmlformats.org/officeDocument/2006/relationships/image"/><Relationship Id="rId5" Target="../media/image5.svg" Type="http://schemas.openxmlformats.org/officeDocument/2006/relationships/image"/><Relationship Id="rId50" Target="../media/image130.png" Type="http://schemas.openxmlformats.org/officeDocument/2006/relationships/image"/><Relationship Id="rId51" Target="../media/image131.png" Type="http://schemas.openxmlformats.org/officeDocument/2006/relationships/image"/><Relationship Id="rId52" Target="../media/image132.png" Type="http://schemas.openxmlformats.org/officeDocument/2006/relationships/image"/><Relationship Id="rId53" Target="../media/image133.png" Type="http://schemas.openxmlformats.org/officeDocument/2006/relationships/image"/><Relationship Id="rId54" Target="../media/image134.svg" Type="http://schemas.openxmlformats.org/officeDocument/2006/relationships/image"/><Relationship Id="rId55" Target="../media/image135.png" Type="http://schemas.openxmlformats.org/officeDocument/2006/relationships/image"/><Relationship Id="rId6" Target="../media/image78.png" Type="http://schemas.openxmlformats.org/officeDocument/2006/relationships/image"/><Relationship Id="rId7" Target="../media/image90.sv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svg" Type="http://schemas.openxmlformats.org/officeDocument/2006/relationships/image"/><Relationship Id="rId11" Target="../media/image29.png" Type="http://schemas.openxmlformats.org/officeDocument/2006/relationships/image"/><Relationship Id="rId12" Target="../media/image142.svg" Type="http://schemas.openxmlformats.org/officeDocument/2006/relationships/image"/><Relationship Id="rId13" Target="../media/image31.png" Type="http://schemas.openxmlformats.org/officeDocument/2006/relationships/image"/><Relationship Id="rId14" Target="../media/image143.svg" Type="http://schemas.openxmlformats.org/officeDocument/2006/relationships/image"/><Relationship Id="rId15" Target="../media/image10.png" Type="http://schemas.openxmlformats.org/officeDocument/2006/relationships/image"/><Relationship Id="rId16" Target="../media/image144.svg" Type="http://schemas.openxmlformats.org/officeDocument/2006/relationships/image"/><Relationship Id="rId17" Target="../media/image145.png" Type="http://schemas.openxmlformats.org/officeDocument/2006/relationships/image"/><Relationship Id="rId18" Target="../media/image146.svg" Type="http://schemas.openxmlformats.org/officeDocument/2006/relationships/image"/><Relationship Id="rId19" Target="../media/image147.svg" Type="http://schemas.openxmlformats.org/officeDocument/2006/relationships/image"/><Relationship Id="rId2" Target="../media/image136.png" Type="http://schemas.openxmlformats.org/officeDocument/2006/relationships/image"/><Relationship Id="rId20" Target="../media/image148.png" Type="http://schemas.openxmlformats.org/officeDocument/2006/relationships/image"/><Relationship Id="rId21" Target="../media/image149.svg" Type="http://schemas.openxmlformats.org/officeDocument/2006/relationships/image"/><Relationship Id="rId22" Target="../media/image150.svg" Type="http://schemas.openxmlformats.org/officeDocument/2006/relationships/image"/><Relationship Id="rId23" Target="../media/image151.png" Type="http://schemas.openxmlformats.org/officeDocument/2006/relationships/image"/><Relationship Id="rId24" Target="../media/image152.svg" Type="http://schemas.openxmlformats.org/officeDocument/2006/relationships/image"/><Relationship Id="rId25" Target="../media/image153.png" Type="http://schemas.openxmlformats.org/officeDocument/2006/relationships/image"/><Relationship Id="rId26" Target="../media/image154.svg" Type="http://schemas.openxmlformats.org/officeDocument/2006/relationships/image"/><Relationship Id="rId27" Target="../media/image155.svg" Type="http://schemas.openxmlformats.org/officeDocument/2006/relationships/image"/><Relationship Id="rId28" Target="../media/image156.png" Type="http://schemas.openxmlformats.org/officeDocument/2006/relationships/image"/><Relationship Id="rId29" Target="../media/image157.png" Type="http://schemas.openxmlformats.org/officeDocument/2006/relationships/image"/><Relationship Id="rId3" Target="../media/image23.png" Type="http://schemas.openxmlformats.org/officeDocument/2006/relationships/image"/><Relationship Id="rId30" Target="../media/image158.png" Type="http://schemas.openxmlformats.org/officeDocument/2006/relationships/image"/><Relationship Id="rId31" Target="../media/image159.png" Type="http://schemas.openxmlformats.org/officeDocument/2006/relationships/image"/><Relationship Id="rId32" Target="../media/image160.png" Type="http://schemas.openxmlformats.org/officeDocument/2006/relationships/image"/><Relationship Id="rId33" Target="../media/image161.png" Type="http://schemas.openxmlformats.org/officeDocument/2006/relationships/image"/><Relationship Id="rId34" Target="../media/image162.png" Type="http://schemas.openxmlformats.org/officeDocument/2006/relationships/image"/><Relationship Id="rId35" Target="../media/image163.png" Type="http://schemas.openxmlformats.org/officeDocument/2006/relationships/image"/><Relationship Id="rId36" Target="../media/image164.png" Type="http://schemas.openxmlformats.org/officeDocument/2006/relationships/image"/><Relationship Id="rId37" Target="../media/image165.png" Type="http://schemas.openxmlformats.org/officeDocument/2006/relationships/image"/><Relationship Id="rId38" Target="../media/image166.png" Type="http://schemas.openxmlformats.org/officeDocument/2006/relationships/image"/><Relationship Id="rId4" Target="../media/image137.svg" Type="http://schemas.openxmlformats.org/officeDocument/2006/relationships/image"/><Relationship Id="rId5" Target="../media/image138.png" Type="http://schemas.openxmlformats.org/officeDocument/2006/relationships/image"/><Relationship Id="rId6" Target="../media/image139.svg" Type="http://schemas.openxmlformats.org/officeDocument/2006/relationships/image"/><Relationship Id="rId7" Target="../media/image25.png" Type="http://schemas.openxmlformats.org/officeDocument/2006/relationships/image"/><Relationship Id="rId8" Target="../media/image140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4.png" Type="http://schemas.openxmlformats.org/officeDocument/2006/relationships/image"/><Relationship Id="rId5" Target="../media/image167.svg" Type="http://schemas.openxmlformats.org/officeDocument/2006/relationships/image"/><Relationship Id="rId6" Target="../media/image168.png" Type="http://schemas.openxmlformats.org/officeDocument/2006/relationships/image"/><Relationship Id="rId7" Target="../media/image169.svg" Type="http://schemas.openxmlformats.org/officeDocument/2006/relationships/image"/><Relationship Id="rId8" Target="../media/image91.png" Type="http://schemas.openxmlformats.org/officeDocument/2006/relationships/image"/><Relationship Id="rId9" Target="../media/image17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546100" y="571500"/>
            <a:ext cx="16040100" cy="8115300"/>
          </a:xfrm>
          <a:prstGeom prst="rect">
            <a:avLst/>
          </a:prstGeom>
          <a:effectLst>
            <a:outerShdw dir="2700000" dist="0" blurRad="1217295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8915400" y="5270500"/>
            <a:ext cx="8445500" cy="844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546100" y="571500"/>
            <a:ext cx="160401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31800" y="1625600"/>
            <a:ext cx="4597400" cy="8115300"/>
          </a:xfrm>
          <a:prstGeom prst="rect">
            <a:avLst/>
          </a:prstGeom>
          <a:effectLst>
            <a:outerShdw dir="2700000" dist="0" blurRad="690086">
              <a:srgbClr val="000000">
                <a:alpha val="5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3131800" y="1612900"/>
            <a:ext cx="4597400" cy="58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6065500" y="6477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7233900" y="16891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728700" y="2705100"/>
            <a:ext cx="3530600" cy="646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17600" y="2857500"/>
            <a:ext cx="106934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55700" y="4381500"/>
            <a:ext cx="106934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92200" y="9271000"/>
            <a:ext cx="8610600" cy="44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68400" y="7543800"/>
            <a:ext cx="86106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43000" y="1384300"/>
            <a:ext cx="9436100" cy="139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55700" y="2844800"/>
            <a:ext cx="11303000" cy="1397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43000" y="4330700"/>
            <a:ext cx="116459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130300" y="1117600"/>
            <a:ext cx="16598900" cy="8636000"/>
          </a:xfrm>
          <a:prstGeom prst="rect">
            <a:avLst/>
          </a:prstGeom>
          <a:effectLst>
            <a:outerShdw dir="2700000" dist="0" blurRad="1294448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689100" y="1117600"/>
            <a:ext cx="160401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7233900" y="1206500"/>
            <a:ext cx="4064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46100" y="584200"/>
            <a:ext cx="16624300" cy="2146300"/>
          </a:xfrm>
          <a:prstGeom prst="rect">
            <a:avLst/>
          </a:prstGeom>
          <a:effectLst>
            <a:outerShdw dir="2700000" dist="0" blurRad="321469">
              <a:srgbClr val="000000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6100" y="571500"/>
            <a:ext cx="166243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6675100" y="6477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806700" y="9093200"/>
            <a:ext cx="41148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397000"/>
            <a:ext cx="8331200" cy="109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806700" y="2895600"/>
            <a:ext cx="3340100" cy="6210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64300" y="2895600"/>
            <a:ext cx="6502400" cy="462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798300" y="4978400"/>
            <a:ext cx="3149600" cy="414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464300" y="7493000"/>
            <a:ext cx="47879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271500" y="4229100"/>
            <a:ext cx="47879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744700" y="5130800"/>
            <a:ext cx="26924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130300" y="1117600"/>
            <a:ext cx="16598900" cy="8636000"/>
          </a:xfrm>
          <a:prstGeom prst="rect">
            <a:avLst/>
          </a:prstGeom>
          <a:effectLst>
            <a:outerShdw dir="2700000" dist="0" blurRad="1294448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689100" y="1117600"/>
            <a:ext cx="160401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7233900" y="1206500"/>
            <a:ext cx="4064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46100" y="584200"/>
            <a:ext cx="16624300" cy="2146300"/>
          </a:xfrm>
          <a:prstGeom prst="rect">
            <a:avLst/>
          </a:prstGeom>
          <a:effectLst>
            <a:outerShdw dir="2700000" dist="0" blurRad="321469">
              <a:srgbClr val="000000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6100" y="571500"/>
            <a:ext cx="166243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6675100" y="6477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04900" y="1397000"/>
            <a:ext cx="8331200" cy="1092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912600" y="1816100"/>
            <a:ext cx="47879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49400" y="3086100"/>
            <a:ext cx="61595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5473700" y="4013200"/>
            <a:ext cx="3784600" cy="186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324600" y="4711700"/>
            <a:ext cx="23749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1828800" y="3505200"/>
            <a:ext cx="1828800" cy="2895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10772175">
            <a:off x="4165600" y="4927600"/>
            <a:ext cx="13335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943100" y="4699000"/>
            <a:ext cx="1612900" cy="495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613400" y="5372100"/>
            <a:ext cx="11684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102600" y="4000500"/>
            <a:ext cx="11684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5486400" y="6311900"/>
            <a:ext cx="3784600" cy="186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045200" y="6756400"/>
            <a:ext cx="2933700" cy="939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6200000">
            <a:off x="1841500" y="5803900"/>
            <a:ext cx="1828800" cy="2895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10772175">
            <a:off x="4178300" y="7226300"/>
            <a:ext cx="13335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28800" y="6845300"/>
            <a:ext cx="1854200" cy="901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3652500" y="4013200"/>
            <a:ext cx="3784600" cy="1866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300200" y="4495800"/>
            <a:ext cx="2667000" cy="939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6200000">
            <a:off x="10007600" y="3505200"/>
            <a:ext cx="1828800" cy="2895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10772175">
            <a:off x="12344400" y="4927600"/>
            <a:ext cx="1333500" cy="5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0121900" y="4699000"/>
            <a:ext cx="1612900" cy="495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3652500" y="6311900"/>
            <a:ext cx="3784600" cy="1866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211300" y="6756400"/>
            <a:ext cx="2857500" cy="939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16200000">
            <a:off x="10007600" y="5803900"/>
            <a:ext cx="1828800" cy="2895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10772175">
            <a:off x="12344400" y="7226300"/>
            <a:ext cx="1333500" cy="50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0121900" y="6845300"/>
            <a:ext cx="16129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130300" y="1117600"/>
            <a:ext cx="16598900" cy="8636000"/>
          </a:xfrm>
          <a:prstGeom prst="rect">
            <a:avLst/>
          </a:prstGeom>
          <a:effectLst>
            <a:outerShdw dir="2700000" dist="0" blurRad="1294448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689100" y="1117600"/>
            <a:ext cx="160401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7233900" y="1206500"/>
            <a:ext cx="4064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46100" y="584200"/>
            <a:ext cx="16624300" cy="2146300"/>
          </a:xfrm>
          <a:prstGeom prst="rect">
            <a:avLst/>
          </a:prstGeom>
          <a:effectLst>
            <a:outerShdw dir="2700000" dist="0" blurRad="321469">
              <a:srgbClr val="000000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6100" y="571500"/>
            <a:ext cx="166243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6675100" y="6477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573000" y="1752600"/>
            <a:ext cx="41148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04900" y="1397000"/>
            <a:ext cx="8331200" cy="109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582900" y="5549900"/>
            <a:ext cx="18542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136900" y="2705100"/>
            <a:ext cx="12014200" cy="6654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55900" y="8039100"/>
            <a:ext cx="2209800" cy="1130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496300" y="5143500"/>
            <a:ext cx="29718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105400" y="2933700"/>
            <a:ext cx="28067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442700" y="2933700"/>
            <a:ext cx="15875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496300" y="4508500"/>
            <a:ext cx="28067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854700" y="3962400"/>
            <a:ext cx="20447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689100" y="1066800"/>
            <a:ext cx="16040100" cy="8674100"/>
          </a:xfrm>
          <a:prstGeom prst="rect">
            <a:avLst/>
          </a:prstGeom>
          <a:effectLst>
            <a:outerShdw dir="2700000" dist="0" blurRad="1301591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689100" y="1066800"/>
            <a:ext cx="160401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7208500" y="1143000"/>
            <a:ext cx="4064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46100" y="584200"/>
            <a:ext cx="4597400" cy="8115300"/>
          </a:xfrm>
          <a:prstGeom prst="rect">
            <a:avLst/>
          </a:prstGeom>
          <a:effectLst>
            <a:outerShdw dir="2700000" dist="0" blurRad="688658">
              <a:srgbClr val="000000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6100" y="571500"/>
            <a:ext cx="45974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4648200" y="6477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04900" y="1435100"/>
            <a:ext cx="3467100" cy="200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92200" y="4699000"/>
            <a:ext cx="25908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6223000" y="1981200"/>
            <a:ext cx="3784600" cy="684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6235700" y="2006600"/>
            <a:ext cx="37846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147300" y="1981200"/>
            <a:ext cx="6832600" cy="6845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362700" y="2019300"/>
            <a:ext cx="35433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6591300" y="3048000"/>
            <a:ext cx="30861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705600" y="3175000"/>
            <a:ext cx="28702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28300" y="3657600"/>
            <a:ext cx="6007100" cy="3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0617200" y="3136900"/>
            <a:ext cx="2324100" cy="546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169900" y="3213100"/>
            <a:ext cx="37084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6591300" y="4000500"/>
            <a:ext cx="3086100" cy="673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05600" y="4127500"/>
            <a:ext cx="2870200" cy="520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28300" y="4610100"/>
            <a:ext cx="6007100" cy="38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617200" y="4089400"/>
            <a:ext cx="2324100" cy="546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169900" y="4178300"/>
            <a:ext cx="37084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6591300" y="4953000"/>
            <a:ext cx="3086100" cy="673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705600" y="5067300"/>
            <a:ext cx="2870200" cy="52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0528300" y="5562600"/>
            <a:ext cx="6007100" cy="38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617200" y="5029200"/>
            <a:ext cx="2324100" cy="546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169900" y="5118100"/>
            <a:ext cx="3708400" cy="431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6591300" y="5905500"/>
            <a:ext cx="3086100" cy="673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6705600" y="6019800"/>
            <a:ext cx="2870200" cy="520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0528300" y="6515100"/>
            <a:ext cx="6007100" cy="38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0617200" y="5994400"/>
            <a:ext cx="2324100" cy="546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3169900" y="6070600"/>
            <a:ext cx="3708400" cy="431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6591300" y="6858000"/>
            <a:ext cx="3086100" cy="673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705600" y="6972300"/>
            <a:ext cx="2870200" cy="520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0528300" y="7467600"/>
            <a:ext cx="6007100" cy="38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0617200" y="6946900"/>
            <a:ext cx="2324100" cy="546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169900" y="7023100"/>
            <a:ext cx="37084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6591300" y="7810500"/>
            <a:ext cx="3086100" cy="673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705600" y="7924800"/>
            <a:ext cx="2870200" cy="520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0528300" y="8420100"/>
            <a:ext cx="6007100" cy="381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0617200" y="7886700"/>
            <a:ext cx="2324100" cy="546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3169900" y="7975600"/>
            <a:ext cx="37084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 rot="0">
            <a:off x="10147300" y="2006600"/>
            <a:ext cx="6845300" cy="647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0248900" y="2019300"/>
            <a:ext cx="66167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130300" y="1117600"/>
            <a:ext cx="16598900" cy="8636000"/>
          </a:xfrm>
          <a:prstGeom prst="rect">
            <a:avLst/>
          </a:prstGeom>
          <a:effectLst>
            <a:outerShdw dir="2700000" dist="0" blurRad="1294448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2585700" y="3873500"/>
            <a:ext cx="3987800" cy="422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689100" y="1117600"/>
            <a:ext cx="160401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7233900" y="1206500"/>
            <a:ext cx="406400" cy="40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46100" y="584200"/>
            <a:ext cx="16624300" cy="2146300"/>
          </a:xfrm>
          <a:prstGeom prst="rect">
            <a:avLst/>
          </a:prstGeom>
          <a:effectLst>
            <a:outerShdw dir="2700000" dist="0" blurRad="321469">
              <a:srgbClr val="000000">
                <a:alpha val="5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546100" y="571500"/>
            <a:ext cx="166243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6675100" y="647700"/>
            <a:ext cx="406400" cy="40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2273300" y="3873500"/>
            <a:ext cx="4013200" cy="422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7454900" y="3873500"/>
            <a:ext cx="3987800" cy="422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6438900" y="6184900"/>
            <a:ext cx="8001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544300" y="6159500"/>
            <a:ext cx="8001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4241800" y="8890000"/>
            <a:ext cx="10363200" cy="6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-5400000">
            <a:off x="3962400" y="8559800"/>
            <a:ext cx="5588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-5400000">
            <a:off x="14325600" y="8559800"/>
            <a:ext cx="5588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04900" y="1409700"/>
            <a:ext cx="8597900" cy="1092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957300" y="2057400"/>
            <a:ext cx="41148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5397500" y="4178300"/>
            <a:ext cx="622300" cy="59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476500" y="4940300"/>
            <a:ext cx="3644900" cy="314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747000" y="4191000"/>
            <a:ext cx="2184400" cy="596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566400" y="4178300"/>
            <a:ext cx="622300" cy="596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759700" y="4953000"/>
            <a:ext cx="3581400" cy="2159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865100" y="4191000"/>
            <a:ext cx="2184400" cy="596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684500" y="4178300"/>
            <a:ext cx="622300" cy="596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865100" y="4953000"/>
            <a:ext cx="3581400" cy="2768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2578100" y="4191000"/>
            <a:ext cx="28448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4444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17600" y="800100"/>
            <a:ext cx="16040100" cy="8674100"/>
          </a:xfrm>
          <a:prstGeom prst="rect">
            <a:avLst/>
          </a:prstGeom>
          <a:effectLst>
            <a:outerShdw dir="2700000" dist="0" blurRad="1301591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117600" y="800100"/>
            <a:ext cx="16040100" cy="58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6560800" y="876300"/>
            <a:ext cx="4064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-1701800" y="5549900"/>
            <a:ext cx="7213600" cy="7213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80300" y="4483100"/>
            <a:ext cx="3327400" cy="132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